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4"/>
  </p:notesMasterIdLst>
  <p:handoutMasterIdLst>
    <p:handoutMasterId r:id="rId15"/>
  </p:handoutMasterIdLst>
  <p:sldIdLst>
    <p:sldId id="334" r:id="rId5"/>
    <p:sldId id="316" r:id="rId6"/>
    <p:sldId id="337" r:id="rId7"/>
    <p:sldId id="342" r:id="rId8"/>
    <p:sldId id="336" r:id="rId9"/>
    <p:sldId id="324" r:id="rId10"/>
    <p:sldId id="346" r:id="rId11"/>
    <p:sldId id="328" r:id="rId12"/>
    <p:sldId id="349" r:id="rId13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7A1D49-CEC5-4560-932F-68AD0E1EC5FA}" v="40" dt="2025-11-10T19:49:06.813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 varScale="1">
        <p:scale>
          <a:sx n="63" d="100"/>
          <a:sy n="63" d="100"/>
        </p:scale>
        <p:origin x="804" y="68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ELIZIER Aubin" userId="2646ee70-0dc8-4a37-b666-62c4c805cdbb" providerId="ADAL" clId="{9B8CE1AB-C90F-4FE1-9BCE-9E157E4AE677}"/>
    <pc:docChg chg="undo custSel delSld modSld">
      <pc:chgData name="VIRELIZIER Aubin" userId="2646ee70-0dc8-4a37-b666-62c4c805cdbb" providerId="ADAL" clId="{9B8CE1AB-C90F-4FE1-9BCE-9E157E4AE677}" dt="2025-11-10T19:52:21.968" v="1112" actId="1076"/>
      <pc:docMkLst>
        <pc:docMk/>
      </pc:docMkLst>
      <pc:sldChg chg="modSp mod">
        <pc:chgData name="VIRELIZIER Aubin" userId="2646ee70-0dc8-4a37-b666-62c4c805cdbb" providerId="ADAL" clId="{9B8CE1AB-C90F-4FE1-9BCE-9E157E4AE677}" dt="2025-11-10T17:23:32.487" v="852" actId="27636"/>
        <pc:sldMkLst>
          <pc:docMk/>
          <pc:sldMk cId="3037812869" sldId="316"/>
        </pc:sldMkLst>
        <pc:spChg chg="mod">
          <ac:chgData name="VIRELIZIER Aubin" userId="2646ee70-0dc8-4a37-b666-62c4c805cdbb" providerId="ADAL" clId="{9B8CE1AB-C90F-4FE1-9BCE-9E157E4AE677}" dt="2025-11-10T17:23:18.570" v="850"/>
          <ac:spMkLst>
            <pc:docMk/>
            <pc:sldMk cId="3037812869" sldId="316"/>
            <ac:spMk id="2" creationId="{9FF243DF-1FE9-01BE-435F-1729F4AB3DE4}"/>
          </ac:spMkLst>
        </pc:spChg>
        <pc:spChg chg="mod">
          <ac:chgData name="VIRELIZIER Aubin" userId="2646ee70-0dc8-4a37-b666-62c4c805cdbb" providerId="ADAL" clId="{9B8CE1AB-C90F-4FE1-9BCE-9E157E4AE677}" dt="2025-11-10T17:23:32.487" v="852" actId="27636"/>
          <ac:spMkLst>
            <pc:docMk/>
            <pc:sldMk cId="3037812869" sldId="316"/>
            <ac:spMk id="4" creationId="{BFAF7377-87AF-3A8C-539C-8A9651F5DA33}"/>
          </ac:spMkLst>
        </pc:spChg>
      </pc:sldChg>
      <pc:sldChg chg="modSp mod">
        <pc:chgData name="VIRELIZIER Aubin" userId="2646ee70-0dc8-4a37-b666-62c4c805cdbb" providerId="ADAL" clId="{9B8CE1AB-C90F-4FE1-9BCE-9E157E4AE677}" dt="2025-11-10T17:40:32.872" v="954" actId="14100"/>
        <pc:sldMkLst>
          <pc:docMk/>
          <pc:sldMk cId="2102816447" sldId="324"/>
        </pc:sldMkLst>
        <pc:spChg chg="mod">
          <ac:chgData name="VIRELIZIER Aubin" userId="2646ee70-0dc8-4a37-b666-62c4c805cdbb" providerId="ADAL" clId="{9B8CE1AB-C90F-4FE1-9BCE-9E157E4AE677}" dt="2025-11-10T17:38:07.265" v="927"/>
          <ac:spMkLst>
            <pc:docMk/>
            <pc:sldMk cId="2102816447" sldId="324"/>
            <ac:spMk id="2" creationId="{88B8FDAA-00CD-846E-A576-B59DFA73F988}"/>
          </ac:spMkLst>
        </pc:spChg>
        <pc:spChg chg="mod">
          <ac:chgData name="VIRELIZIER Aubin" userId="2646ee70-0dc8-4a37-b666-62c4c805cdbb" providerId="ADAL" clId="{9B8CE1AB-C90F-4FE1-9BCE-9E157E4AE677}" dt="2025-11-10T17:40:32.872" v="954" actId="14100"/>
          <ac:spMkLst>
            <pc:docMk/>
            <pc:sldMk cId="2102816447" sldId="324"/>
            <ac:spMk id="4" creationId="{352B3B4A-6ED2-64D9-BEC7-1B6C66971286}"/>
          </ac:spMkLst>
        </pc:spChg>
        <pc:spChg chg="mod">
          <ac:chgData name="VIRELIZIER Aubin" userId="2646ee70-0dc8-4a37-b666-62c4c805cdbb" providerId="ADAL" clId="{9B8CE1AB-C90F-4FE1-9BCE-9E157E4AE677}" dt="2025-11-10T17:40:10.023" v="950" actId="27636"/>
          <ac:spMkLst>
            <pc:docMk/>
            <pc:sldMk cId="2102816447" sldId="324"/>
            <ac:spMk id="6" creationId="{62FF1654-306D-262A-D360-5E5C2E6B39E3}"/>
          </ac:spMkLst>
        </pc:spChg>
      </pc:sldChg>
      <pc:sldChg chg="modSp mod">
        <pc:chgData name="VIRELIZIER Aubin" userId="2646ee70-0dc8-4a37-b666-62c4c805cdbb" providerId="ADAL" clId="{9B8CE1AB-C90F-4FE1-9BCE-9E157E4AE677}" dt="2025-11-10T19:52:21.968" v="1112" actId="1076"/>
        <pc:sldMkLst>
          <pc:docMk/>
          <pc:sldMk cId="3638111570" sldId="328"/>
        </pc:sldMkLst>
        <pc:spChg chg="mod">
          <ac:chgData name="VIRELIZIER Aubin" userId="2646ee70-0dc8-4a37-b666-62c4c805cdbb" providerId="ADAL" clId="{9B8CE1AB-C90F-4FE1-9BCE-9E157E4AE677}" dt="2025-11-10T17:48:28.013" v="1050" actId="1076"/>
          <ac:spMkLst>
            <pc:docMk/>
            <pc:sldMk cId="3638111570" sldId="328"/>
            <ac:spMk id="3" creationId="{3247ABD4-990A-BAC8-69FC-AF4C84F3AD63}"/>
          </ac:spMkLst>
        </pc:spChg>
        <pc:spChg chg="mod">
          <ac:chgData name="VIRELIZIER Aubin" userId="2646ee70-0dc8-4a37-b666-62c4c805cdbb" providerId="ADAL" clId="{9B8CE1AB-C90F-4FE1-9BCE-9E157E4AE677}" dt="2025-11-10T19:52:21.968" v="1112" actId="1076"/>
          <ac:spMkLst>
            <pc:docMk/>
            <pc:sldMk cId="3638111570" sldId="328"/>
            <ac:spMk id="9" creationId="{61E6A21B-7748-174B-D77E-8EE0B288C7D0}"/>
          </ac:spMkLst>
        </pc:spChg>
      </pc:sldChg>
      <pc:sldChg chg="del">
        <pc:chgData name="VIRELIZIER Aubin" userId="2646ee70-0dc8-4a37-b666-62c4c805cdbb" providerId="ADAL" clId="{9B8CE1AB-C90F-4FE1-9BCE-9E157E4AE677}" dt="2025-11-10T17:45:57.200" v="1020" actId="2696"/>
        <pc:sldMkLst>
          <pc:docMk/>
          <pc:sldMk cId="3811950613" sldId="331"/>
        </pc:sldMkLst>
      </pc:sldChg>
      <pc:sldChg chg="addSp delSp modSp mod modClrScheme chgLayout">
        <pc:chgData name="VIRELIZIER Aubin" userId="2646ee70-0dc8-4a37-b666-62c4c805cdbb" providerId="ADAL" clId="{9B8CE1AB-C90F-4FE1-9BCE-9E157E4AE677}" dt="2025-11-10T17:53:30.669" v="1086" actId="21"/>
        <pc:sldMkLst>
          <pc:docMk/>
          <pc:sldMk cId="2955403071" sldId="334"/>
        </pc:sldMkLst>
        <pc:spChg chg="mod ord">
          <ac:chgData name="VIRELIZIER Aubin" userId="2646ee70-0dc8-4a37-b666-62c4c805cdbb" providerId="ADAL" clId="{9B8CE1AB-C90F-4FE1-9BCE-9E157E4AE677}" dt="2025-11-10T17:53:30.669" v="1086" actId="21"/>
          <ac:spMkLst>
            <pc:docMk/>
            <pc:sldMk cId="2955403071" sldId="334"/>
            <ac:spMk id="2" creationId="{C3A9968B-2619-4F71-AB00-4C493E120805}"/>
          </ac:spMkLst>
        </pc:spChg>
        <pc:spChg chg="add del mod">
          <ac:chgData name="VIRELIZIER Aubin" userId="2646ee70-0dc8-4a37-b666-62c4c805cdbb" providerId="ADAL" clId="{9B8CE1AB-C90F-4FE1-9BCE-9E157E4AE677}" dt="2025-11-10T16:51:19.013" v="154" actId="478"/>
          <ac:spMkLst>
            <pc:docMk/>
            <pc:sldMk cId="2955403071" sldId="334"/>
            <ac:spMk id="3" creationId="{0E01F65F-2019-CCA4-F85F-E43BB081C57B}"/>
          </ac:spMkLst>
        </pc:spChg>
        <pc:spChg chg="add del mod ord">
          <ac:chgData name="VIRELIZIER Aubin" userId="2646ee70-0dc8-4a37-b666-62c4c805cdbb" providerId="ADAL" clId="{9B8CE1AB-C90F-4FE1-9BCE-9E157E4AE677}" dt="2025-11-10T16:59:23.125" v="285" actId="478"/>
          <ac:spMkLst>
            <pc:docMk/>
            <pc:sldMk cId="2955403071" sldId="334"/>
            <ac:spMk id="4" creationId="{BE525247-49A7-F8FB-3C80-2C172641C1F0}"/>
          </ac:spMkLst>
        </pc:spChg>
      </pc:sldChg>
      <pc:sldChg chg="addSp delSp modSp mod">
        <pc:chgData name="VIRELIZIER Aubin" userId="2646ee70-0dc8-4a37-b666-62c4c805cdbb" providerId="ADAL" clId="{9B8CE1AB-C90F-4FE1-9BCE-9E157E4AE677}" dt="2025-11-10T17:34:57.668" v="900" actId="115"/>
        <pc:sldMkLst>
          <pc:docMk/>
          <pc:sldMk cId="3749168723" sldId="336"/>
        </pc:sldMkLst>
        <pc:spChg chg="add del mod">
          <ac:chgData name="VIRELIZIER Aubin" userId="2646ee70-0dc8-4a37-b666-62c4c805cdbb" providerId="ADAL" clId="{9B8CE1AB-C90F-4FE1-9BCE-9E157E4AE677}" dt="2025-11-10T17:33:27.083" v="896" actId="478"/>
          <ac:spMkLst>
            <pc:docMk/>
            <pc:sldMk cId="3749168723" sldId="336"/>
            <ac:spMk id="3" creationId="{57449B86-1626-EF4D-DD06-DA0EE7F0259B}"/>
          </ac:spMkLst>
        </pc:spChg>
        <pc:spChg chg="del">
          <ac:chgData name="VIRELIZIER Aubin" userId="2646ee70-0dc8-4a37-b666-62c4c805cdbb" providerId="ADAL" clId="{9B8CE1AB-C90F-4FE1-9BCE-9E157E4AE677}" dt="2025-11-10T17:33:22.939" v="895" actId="478"/>
          <ac:spMkLst>
            <pc:docMk/>
            <pc:sldMk cId="3749168723" sldId="336"/>
            <ac:spMk id="4" creationId="{95698432-2D58-D940-A0AE-7748E2A4879B}"/>
          </ac:spMkLst>
        </pc:spChg>
        <pc:spChg chg="mod">
          <ac:chgData name="VIRELIZIER Aubin" userId="2646ee70-0dc8-4a37-b666-62c4c805cdbb" providerId="ADAL" clId="{9B8CE1AB-C90F-4FE1-9BCE-9E157E4AE677}" dt="2025-11-10T17:34:57.668" v="900" actId="115"/>
          <ac:spMkLst>
            <pc:docMk/>
            <pc:sldMk cId="3749168723" sldId="336"/>
            <ac:spMk id="7" creationId="{4C780BDD-62B7-3E51-C2DE-09259F62CC03}"/>
          </ac:spMkLst>
        </pc:spChg>
      </pc:sldChg>
      <pc:sldChg chg="modSp mod">
        <pc:chgData name="VIRELIZIER Aubin" userId="2646ee70-0dc8-4a37-b666-62c4c805cdbb" providerId="ADAL" clId="{9B8CE1AB-C90F-4FE1-9BCE-9E157E4AE677}" dt="2025-11-10T17:38:19.938" v="928"/>
        <pc:sldMkLst>
          <pc:docMk/>
          <pc:sldMk cId="1941235776" sldId="337"/>
        </pc:sldMkLst>
        <pc:spChg chg="mod">
          <ac:chgData name="VIRELIZIER Aubin" userId="2646ee70-0dc8-4a37-b666-62c4c805cdbb" providerId="ADAL" clId="{9B8CE1AB-C90F-4FE1-9BCE-9E157E4AE677}" dt="2025-11-10T17:38:19.938" v="928"/>
          <ac:spMkLst>
            <pc:docMk/>
            <pc:sldMk cId="1941235776" sldId="337"/>
            <ac:spMk id="2" creationId="{8695A271-8875-6BCE-0A4A-542683BB3917}"/>
          </ac:spMkLst>
        </pc:spChg>
      </pc:sldChg>
      <pc:sldChg chg="addSp delSp modSp mod">
        <pc:chgData name="VIRELIZIER Aubin" userId="2646ee70-0dc8-4a37-b666-62c4c805cdbb" providerId="ADAL" clId="{9B8CE1AB-C90F-4FE1-9BCE-9E157E4AE677}" dt="2025-11-10T17:31:35.933" v="893" actId="123"/>
        <pc:sldMkLst>
          <pc:docMk/>
          <pc:sldMk cId="1450287420" sldId="342"/>
        </pc:sldMkLst>
        <pc:spChg chg="mod">
          <ac:chgData name="VIRELIZIER Aubin" userId="2646ee70-0dc8-4a37-b666-62c4c805cdbb" providerId="ADAL" clId="{9B8CE1AB-C90F-4FE1-9BCE-9E157E4AE677}" dt="2025-11-10T17:31:35.933" v="893" actId="123"/>
          <ac:spMkLst>
            <pc:docMk/>
            <pc:sldMk cId="1450287420" sldId="342"/>
            <ac:spMk id="3" creationId="{D4418541-7290-F1A9-2357-CA26E074EF45}"/>
          </ac:spMkLst>
        </pc:spChg>
        <pc:spChg chg="add del mod">
          <ac:chgData name="VIRELIZIER Aubin" userId="2646ee70-0dc8-4a37-b666-62c4c805cdbb" providerId="ADAL" clId="{9B8CE1AB-C90F-4FE1-9BCE-9E157E4AE677}" dt="2025-11-10T17:29:48.884" v="860" actId="478"/>
          <ac:spMkLst>
            <pc:docMk/>
            <pc:sldMk cId="1450287420" sldId="342"/>
            <ac:spMk id="4" creationId="{0D598DD0-DC17-20C2-3F3D-DB177393FA35}"/>
          </ac:spMkLst>
        </pc:spChg>
        <pc:spChg chg="del">
          <ac:chgData name="VIRELIZIER Aubin" userId="2646ee70-0dc8-4a37-b666-62c4c805cdbb" providerId="ADAL" clId="{9B8CE1AB-C90F-4FE1-9BCE-9E157E4AE677}" dt="2025-11-10T17:29:46.707" v="859" actId="478"/>
          <ac:spMkLst>
            <pc:docMk/>
            <pc:sldMk cId="1450287420" sldId="342"/>
            <ac:spMk id="12" creationId="{F64C0E11-7DE4-D558-C3EF-9B3C7A9BF17D}"/>
          </ac:spMkLst>
        </pc:spChg>
      </pc:sldChg>
      <pc:sldChg chg="del">
        <pc:chgData name="VIRELIZIER Aubin" userId="2646ee70-0dc8-4a37-b666-62c4c805cdbb" providerId="ADAL" clId="{9B8CE1AB-C90F-4FE1-9BCE-9E157E4AE677}" dt="2025-11-10T17:29:05.922" v="854" actId="2696"/>
        <pc:sldMkLst>
          <pc:docMk/>
          <pc:sldMk cId="3962753978" sldId="343"/>
        </pc:sldMkLst>
      </pc:sldChg>
      <pc:sldChg chg="del">
        <pc:chgData name="VIRELIZIER Aubin" userId="2646ee70-0dc8-4a37-b666-62c4c805cdbb" providerId="ADAL" clId="{9B8CE1AB-C90F-4FE1-9BCE-9E157E4AE677}" dt="2025-11-10T17:45:53.688" v="1019" actId="2696"/>
        <pc:sldMkLst>
          <pc:docMk/>
          <pc:sldMk cId="2520582305" sldId="345"/>
        </pc:sldMkLst>
      </pc:sldChg>
      <pc:sldChg chg="addSp delSp modSp mod">
        <pc:chgData name="VIRELIZIER Aubin" userId="2646ee70-0dc8-4a37-b666-62c4c805cdbb" providerId="ADAL" clId="{9B8CE1AB-C90F-4FE1-9BCE-9E157E4AE677}" dt="2025-11-10T17:45:02.544" v="1018" actId="20577"/>
        <pc:sldMkLst>
          <pc:docMk/>
          <pc:sldMk cId="719664809" sldId="346"/>
        </pc:sldMkLst>
        <pc:spChg chg="mod">
          <ac:chgData name="VIRELIZIER Aubin" userId="2646ee70-0dc8-4a37-b666-62c4c805cdbb" providerId="ADAL" clId="{9B8CE1AB-C90F-4FE1-9BCE-9E157E4AE677}" dt="2025-11-10T17:43:00.813" v="986"/>
          <ac:spMkLst>
            <pc:docMk/>
            <pc:sldMk cId="719664809" sldId="346"/>
            <ac:spMk id="2" creationId="{D58E24D3-07BE-C483-3F42-95EEE83332F6}"/>
          </ac:spMkLst>
        </pc:spChg>
        <pc:spChg chg="add del mod">
          <ac:chgData name="VIRELIZIER Aubin" userId="2646ee70-0dc8-4a37-b666-62c4c805cdbb" providerId="ADAL" clId="{9B8CE1AB-C90F-4FE1-9BCE-9E157E4AE677}" dt="2025-11-10T17:41:52.483" v="959" actId="478"/>
          <ac:spMkLst>
            <pc:docMk/>
            <pc:sldMk cId="719664809" sldId="346"/>
            <ac:spMk id="4" creationId="{AF309D7C-BAE5-3414-0731-4D82366AAD4D}"/>
          </ac:spMkLst>
        </pc:spChg>
        <pc:spChg chg="add del mod">
          <ac:chgData name="VIRELIZIER Aubin" userId="2646ee70-0dc8-4a37-b666-62c4c805cdbb" providerId="ADAL" clId="{9B8CE1AB-C90F-4FE1-9BCE-9E157E4AE677}" dt="2025-11-10T17:41:56.362" v="961" actId="478"/>
          <ac:spMkLst>
            <pc:docMk/>
            <pc:sldMk cId="719664809" sldId="346"/>
            <ac:spMk id="6" creationId="{AF69F01F-2E91-61D1-4017-086D1CE9C40C}"/>
          </ac:spMkLst>
        </pc:spChg>
        <pc:spChg chg="del">
          <ac:chgData name="VIRELIZIER Aubin" userId="2646ee70-0dc8-4a37-b666-62c4c805cdbb" providerId="ADAL" clId="{9B8CE1AB-C90F-4FE1-9BCE-9E157E4AE677}" dt="2025-11-10T17:41:54.685" v="960" actId="478"/>
          <ac:spMkLst>
            <pc:docMk/>
            <pc:sldMk cId="719664809" sldId="346"/>
            <ac:spMk id="11" creationId="{762FCA4D-7EEE-9E3D-F691-FEFB5FB337E6}"/>
          </ac:spMkLst>
        </pc:spChg>
        <pc:spChg chg="del">
          <ac:chgData name="VIRELIZIER Aubin" userId="2646ee70-0dc8-4a37-b666-62c4c805cdbb" providerId="ADAL" clId="{9B8CE1AB-C90F-4FE1-9BCE-9E157E4AE677}" dt="2025-11-10T17:41:50.620" v="958" actId="478"/>
          <ac:spMkLst>
            <pc:docMk/>
            <pc:sldMk cId="719664809" sldId="346"/>
            <ac:spMk id="18" creationId="{828FD192-492A-A40D-E86A-BABC77587C80}"/>
          </ac:spMkLst>
        </pc:spChg>
        <pc:spChg chg="mod">
          <ac:chgData name="VIRELIZIER Aubin" userId="2646ee70-0dc8-4a37-b666-62c4c805cdbb" providerId="ADAL" clId="{9B8CE1AB-C90F-4FE1-9BCE-9E157E4AE677}" dt="2025-11-10T17:45:02.544" v="1018" actId="20577"/>
          <ac:spMkLst>
            <pc:docMk/>
            <pc:sldMk cId="719664809" sldId="346"/>
            <ac:spMk id="63" creationId="{9EFE5C42-059F-482E-C029-E8FA5107EEDA}"/>
          </ac:spMkLst>
        </pc:spChg>
      </pc:sldChg>
      <pc:sldChg chg="del">
        <pc:chgData name="VIRELIZIER Aubin" userId="2646ee70-0dc8-4a37-b666-62c4c805cdbb" providerId="ADAL" clId="{9B8CE1AB-C90F-4FE1-9BCE-9E157E4AE677}" dt="2025-11-10T17:46:01.660" v="1021" actId="2696"/>
        <pc:sldMkLst>
          <pc:docMk/>
          <pc:sldMk cId="1689351536" sldId="347"/>
        </pc:sldMkLst>
      </pc:sldChg>
      <pc:sldChg chg="addSp delSp modSp mod">
        <pc:chgData name="VIRELIZIER Aubin" userId="2646ee70-0dc8-4a37-b666-62c4c805cdbb" providerId="ADAL" clId="{9B8CE1AB-C90F-4FE1-9BCE-9E157E4AE677}" dt="2025-11-10T17:54:42.502" v="1110" actId="113"/>
        <pc:sldMkLst>
          <pc:docMk/>
          <pc:sldMk cId="4273949180" sldId="349"/>
        </pc:sldMkLst>
        <pc:spChg chg="mod">
          <ac:chgData name="VIRELIZIER Aubin" userId="2646ee70-0dc8-4a37-b666-62c4c805cdbb" providerId="ADAL" clId="{9B8CE1AB-C90F-4FE1-9BCE-9E157E4AE677}" dt="2025-11-10T17:54:11.148" v="1105" actId="20577"/>
          <ac:spMkLst>
            <pc:docMk/>
            <pc:sldMk cId="4273949180" sldId="349"/>
            <ac:spMk id="2" creationId="{5475D893-E98A-260A-9EC4-B9365E533FD5}"/>
          </ac:spMkLst>
        </pc:spChg>
        <pc:spChg chg="del">
          <ac:chgData name="VIRELIZIER Aubin" userId="2646ee70-0dc8-4a37-b666-62c4c805cdbb" providerId="ADAL" clId="{9B8CE1AB-C90F-4FE1-9BCE-9E157E4AE677}" dt="2025-11-10T17:50:02.590" v="1060" actId="478"/>
          <ac:spMkLst>
            <pc:docMk/>
            <pc:sldMk cId="4273949180" sldId="349"/>
            <ac:spMk id="3" creationId="{FD70D88C-5989-4007-4953-F54A4A34B778}"/>
          </ac:spMkLst>
        </pc:spChg>
        <pc:spChg chg="add del mod">
          <ac:chgData name="VIRELIZIER Aubin" userId="2646ee70-0dc8-4a37-b666-62c4c805cdbb" providerId="ADAL" clId="{9B8CE1AB-C90F-4FE1-9BCE-9E157E4AE677}" dt="2025-11-10T17:50:04.896" v="1061" actId="478"/>
          <ac:spMkLst>
            <pc:docMk/>
            <pc:sldMk cId="4273949180" sldId="349"/>
            <ac:spMk id="6" creationId="{0B99A5C3-8246-C508-15DF-B5147F19E154}"/>
          </ac:spMkLst>
        </pc:spChg>
        <pc:spChg chg="add mod">
          <ac:chgData name="VIRELIZIER Aubin" userId="2646ee70-0dc8-4a37-b666-62c4c805cdbb" providerId="ADAL" clId="{9B8CE1AB-C90F-4FE1-9BCE-9E157E4AE677}" dt="2025-11-10T17:54:42.502" v="1110" actId="113"/>
          <ac:spMkLst>
            <pc:docMk/>
            <pc:sldMk cId="4273949180" sldId="349"/>
            <ac:spMk id="7" creationId="{6FAB27B4-005D-A55C-A13B-2BD03E1F3FD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EC443D7-B39A-4082-ACDA-AF77E4B4529B}" type="datetime1">
              <a:rPr lang="fr-FR" smtClean="0"/>
              <a:t>10/11/2025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397C78D2-97D1-4B37-BDD1-08A09BD4CA99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fld id="{F06201AB-AE6E-4BD6-8881-470FABF8AC15}" type="datetime1">
              <a:rPr lang="fr-FR" smtClean="0"/>
              <a:pPr/>
              <a:t>10/11/2025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D5939589-3E79-4C82-AA4A-FE78234FAA59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5939589-3E79-4C82-AA4A-FE78234FAA59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5939589-3E79-4C82-AA4A-FE78234FAA59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5939589-3E79-4C82-AA4A-FE78234FAA59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5939589-3E79-4C82-AA4A-FE78234FAA59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5939589-3E79-4C82-AA4A-FE78234FAA59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5939589-3E79-4C82-AA4A-FE78234FAA59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5939589-3E79-4C82-AA4A-FE78234FAA59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69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5939589-3E79-4C82-AA4A-FE78234FAA59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993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5939589-3E79-4C82-AA4A-FE78234FAA59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 Diapositiv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fr-FR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e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sme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Graphisme 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3" name="Graphisme 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fr-FR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fr-FR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9" name="Espace réservé d’image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fr-FR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ici pour ajouter une image.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fr-FR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fr-FR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fr-FR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fr-FR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fr-FR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sme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3" name="Graphisme 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7" name="Graphisme 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fr-FR">
                <a:solidFill>
                  <a:schemeClr val="bg1"/>
                </a:solidFill>
              </a:defRPr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fr-FR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e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sme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Graphisme 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3" name="Graphisme 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3" name="Espace réservé d’image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fr-FR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sous-titre +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fr-FR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fr-FR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e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sme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Graphisme 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3" name="Graphisme 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5" name="Espace réservé d’image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fr-FR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, imag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fr-FR" sz="4000" b="1" cap="all" spc="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fr-FR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5" name="Espace réservé d’image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fr-FR" sz="1800"/>
            </a:lvl1pPr>
          </a:lstStyle>
          <a:p>
            <a:pPr rtl="0"/>
            <a:r>
              <a:rPr lang="fr-FR"/>
              <a:t>Cliquez ici pour ajouter une image.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fr-FR" sz="1800"/>
            </a:lvl1pPr>
            <a:lvl2pPr marL="228600">
              <a:defRPr lang="fr-FR" sz="1600"/>
            </a:lvl2pPr>
            <a:lvl3pPr marL="457200">
              <a:defRPr lang="fr-FR" sz="1400"/>
            </a:lvl3pPr>
            <a:lvl4pPr marL="685800">
              <a:defRPr lang="fr-FR" sz="1200"/>
            </a:lvl4pPr>
            <a:lvl5pPr>
              <a:defRPr lang="fr-FR" sz="14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sme 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9" name="Graphisme 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4" name="Espace réservé du pied de page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fr-FR"/>
            </a:lvl1pPr>
          </a:lstStyle>
          <a:p>
            <a:pPr rtl="0"/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 + sous-titre diapositiv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fr-FR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fr-FR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sme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Graphisme 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3" name="Graphisme 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fr-FR" sz="4000" b="1" cap="all" spc="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8DA9DAA-006C-4F4B-980E-E3DF019B24E2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fr-FR" sz="1800"/>
            </a:lvl1pPr>
            <a:lvl2pPr marL="228600">
              <a:spcBef>
                <a:spcPts val="1200"/>
              </a:spcBef>
              <a:defRPr lang="fr-FR" sz="1800"/>
            </a:lvl2pPr>
            <a:lvl3pPr marL="685800">
              <a:spcBef>
                <a:spcPts val="1200"/>
              </a:spcBef>
              <a:defRPr lang="fr-FR" sz="1800"/>
            </a:lvl3pPr>
            <a:lvl4pPr marL="1143000">
              <a:spcBef>
                <a:spcPts val="1200"/>
              </a:spcBef>
              <a:defRPr lang="fr-FR" sz="1800"/>
            </a:lvl4pPr>
            <a:lvl5pPr marL="1600200">
              <a:spcBef>
                <a:spcPts val="12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fr-FR" sz="1800"/>
            </a:lvl1pPr>
            <a:lvl2pPr marL="228600">
              <a:spcBef>
                <a:spcPts val="1200"/>
              </a:spcBef>
              <a:defRPr lang="fr-FR" sz="1800"/>
            </a:lvl2pPr>
            <a:lvl3pPr marL="685800">
              <a:spcBef>
                <a:spcPts val="1200"/>
              </a:spcBef>
              <a:defRPr lang="fr-FR" sz="1800"/>
            </a:lvl3pPr>
            <a:lvl4pPr marL="1143000">
              <a:spcBef>
                <a:spcPts val="1200"/>
              </a:spcBef>
              <a:defRPr lang="fr-FR" sz="1800"/>
            </a:lvl4pPr>
            <a:lvl5pPr marL="1600200">
              <a:spcBef>
                <a:spcPts val="12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sme 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4" name="Graphisme 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6" name="Graphisme 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fr-FR"/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fr-FR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22" name="Espace réservé du numéro de diapositive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8DA9DAA-006C-4F4B-980E-E3DF019B24E2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contenu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fr-FR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fr-FR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fr-FR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fr-FR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fr-FR" sz="1800"/>
            </a:lvl1pPr>
            <a:lvl2pPr marL="457200" indent="0">
              <a:spcBef>
                <a:spcPts val="1200"/>
              </a:spcBef>
              <a:buNone/>
              <a:defRPr lang="fr-FR" sz="1600"/>
            </a:lvl2pPr>
            <a:lvl3pPr marL="914400" indent="0">
              <a:spcBef>
                <a:spcPts val="1200"/>
              </a:spcBef>
              <a:buNone/>
              <a:defRPr lang="fr-FR" sz="1400"/>
            </a:lvl3pPr>
            <a:lvl4pPr marL="1371600" indent="0">
              <a:spcBef>
                <a:spcPts val="1200"/>
              </a:spcBef>
              <a:buNone/>
              <a:defRPr lang="fr-FR" sz="1200"/>
            </a:lvl4pPr>
            <a:lvl5pPr marL="1828800" indent="0">
              <a:spcBef>
                <a:spcPts val="1200"/>
              </a:spcBef>
              <a:buNone/>
              <a:defRPr lang="fr-FR" sz="12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fr-FR" sz="1800"/>
            </a:lvl1pPr>
            <a:lvl2pPr>
              <a:spcBef>
                <a:spcPts val="1200"/>
              </a:spcBef>
              <a:defRPr lang="fr-FR" sz="1600"/>
            </a:lvl2pPr>
            <a:lvl3pPr>
              <a:spcBef>
                <a:spcPts val="1200"/>
              </a:spcBef>
              <a:defRPr lang="fr-FR" sz="1400"/>
            </a:lvl3pPr>
            <a:lvl4pPr>
              <a:spcBef>
                <a:spcPts val="1200"/>
              </a:spcBef>
              <a:defRPr lang="fr-FR" sz="1200"/>
            </a:lvl4pPr>
            <a:lvl5pPr>
              <a:spcBef>
                <a:spcPts val="1200"/>
              </a:spcBef>
              <a:defRPr lang="fr-FR" sz="12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1" name="Espace réservé du pied de page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fr-FR"/>
            </a:lvl1pPr>
          </a:lstStyle>
          <a:p>
            <a:pPr rtl="0"/>
            <a:endParaRPr lang="fr-FR" dirty="0"/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fr-FR" sz="4000" b="1" i="0" cap="all" spc="0" baseline="0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fr-FR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fr-FR" sz="1800"/>
            </a:lvl1pPr>
            <a:lvl2pPr marL="228600">
              <a:lnSpc>
                <a:spcPct val="110000"/>
              </a:lnSpc>
              <a:defRPr lang="fr-FR" sz="1600"/>
            </a:lvl2pPr>
            <a:lvl3pPr marL="457200">
              <a:lnSpc>
                <a:spcPct val="110000"/>
              </a:lnSpc>
              <a:defRPr lang="fr-FR" sz="1400"/>
            </a:lvl3pPr>
            <a:lvl4pPr marL="685800">
              <a:lnSpc>
                <a:spcPct val="110000"/>
              </a:lnSpc>
              <a:defRPr lang="fr-FR" sz="1200"/>
            </a:lvl4pPr>
            <a:lvl5pPr marL="914400">
              <a:lnSpc>
                <a:spcPct val="110000"/>
              </a:lnSpc>
              <a:defRPr lang="fr-FR" sz="120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fr-FR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ici pour ajouter une image.</a:t>
            </a:r>
          </a:p>
        </p:txBody>
      </p:sp>
      <p:sp>
        <p:nvSpPr>
          <p:cNvPr id="10" name="Espace réservé du pied de page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fr-FR"/>
            </a:lvl1pPr>
          </a:lstStyle>
          <a:p>
            <a:pPr rtl="0"/>
            <a:endParaRPr lang="fr-FR" dirty="0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fr-FR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fr-FR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fr-FR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fr-FR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fr-FR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fr-FR" sz="1200">
                <a:solidFill>
                  <a:schemeClr val="tx1"/>
                </a:solidFill>
              </a:defRPr>
            </a:lvl4pPr>
            <a:lvl5pPr>
              <a:defRPr lang="fr-FR" sz="14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fr-FR"/>
            </a:def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4" name="Espace réservé du pied de page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fr-FR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22" name="Espace réservé du numéro de diapositive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8DA9DAA-006C-4F4B-980E-E3DF019B24E2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fr-FR" sz="1800"/>
            </a:lvl1pPr>
            <a:lvl2pPr marL="457200">
              <a:spcBef>
                <a:spcPts val="1200"/>
              </a:spcBef>
              <a:defRPr lang="fr-FR" sz="1800"/>
            </a:lvl2pPr>
            <a:lvl3pPr marL="914400">
              <a:spcBef>
                <a:spcPts val="1200"/>
              </a:spcBef>
              <a:defRPr lang="fr-FR" sz="1800"/>
            </a:lvl3pPr>
            <a:lvl4pPr marL="1371600">
              <a:spcBef>
                <a:spcPts val="1200"/>
              </a:spcBef>
              <a:defRPr lang="fr-FR" sz="1800"/>
            </a:lvl4pPr>
            <a:lvl5pPr marL="1828800">
              <a:spcBef>
                <a:spcPts val="12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fr-FR" sz="1800"/>
            </a:lvl1pPr>
            <a:lvl2pPr>
              <a:spcBef>
                <a:spcPts val="1200"/>
              </a:spcBef>
              <a:defRPr lang="fr-FR" sz="1800"/>
            </a:lvl2pPr>
            <a:lvl3pPr>
              <a:spcBef>
                <a:spcPts val="1200"/>
              </a:spcBef>
              <a:defRPr lang="fr-FR" sz="1800"/>
            </a:lvl3pPr>
            <a:lvl4pPr>
              <a:spcBef>
                <a:spcPts val="1200"/>
              </a:spcBef>
              <a:defRPr lang="fr-FR" sz="1800"/>
            </a:lvl4pPr>
            <a:lvl5pPr>
              <a:spcBef>
                <a:spcPts val="12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sme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7" name="Graphisme 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8" name="Graphisme 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21" name="Espace réservé du pied de page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fr-FR"/>
            </a:lvl1pPr>
          </a:lstStyle>
          <a:p>
            <a:pPr rtl="0"/>
            <a:endParaRPr lang="fr-FR" dirty="0"/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que 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6" name="Graphisme 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7" name="Graphisme 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fr-FR" sz="4000" b="1" cap="all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8DA9DAA-006C-4F4B-980E-E3DF019B24E2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fr-FR"/>
            </a:def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fr-FR"/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s d’image et titr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fr-FR" sz="48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’image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fr-FR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ici pour ajouter une image.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fr-FR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Cliquer pour ajouter du texte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sme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5" name="Graphisme 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6" name="Graphisme 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D8DA9DAA-006C-4F4B-980E-E3DF019B24E2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8DA9DAA-006C-4F4B-980E-E3DF019B24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fr-FR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/>
              <a:t>20XX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fr-FR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501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679" y="2502977"/>
            <a:ext cx="10302240" cy="1852046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0000"/>
              </a:lnSpc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MeTAMIND</a:t>
            </a:r>
            <a:b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COSTUMER REVIEWS TO ACTIONABLE MARKETING INSIGHTS</a:t>
            </a:r>
            <a:br>
              <a:rPr lang="fr-FR" sz="1800" dirty="0"/>
            </a:br>
            <a:br>
              <a:rPr lang="fr-FR" sz="2000" cap="none" dirty="0"/>
            </a:br>
            <a:r>
              <a:rPr lang="fr-FR" sz="2000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AI TO UNDERSTAND THE « WHY » BEHIND CUSTOMER FEEDBAK</a:t>
            </a:r>
            <a:br>
              <a:rPr lang="fr-FR" sz="1100" i="1" dirty="0"/>
            </a:br>
            <a:br>
              <a:rPr lang="fr-FR" sz="1100" i="1" dirty="0"/>
            </a:br>
            <a:br>
              <a:rPr lang="fr-FR" sz="1100" i="1" dirty="0"/>
            </a:br>
            <a:r>
              <a:rPr lang="fr-FR" sz="1100" dirty="0"/>
              <a:t>CLASS : Application : Quantitative Marketing</a:t>
            </a:r>
            <a:br>
              <a:rPr lang="fr-FR" sz="1200" dirty="0"/>
            </a:br>
            <a:br>
              <a:rPr lang="fr-FR" sz="1200" dirty="0"/>
            </a:br>
            <a:br>
              <a:rPr lang="fr-FR" sz="1200" dirty="0"/>
            </a:br>
            <a:br>
              <a:rPr lang="fr-FR" sz="1200" dirty="0"/>
            </a:br>
            <a:br>
              <a:rPr lang="fr-FR" sz="1200" dirty="0"/>
            </a:b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619971"/>
            <a:ext cx="11186160" cy="523778"/>
          </a:xfrm>
        </p:spPr>
        <p:txBody>
          <a:bodyPr rtlCol="0"/>
          <a:lstStyle>
            <a:defPPr>
              <a:defRPr lang="fr-FR"/>
            </a:defPPr>
          </a:lstStyle>
          <a:p>
            <a:pPr algn="l" rtl="0"/>
            <a:r>
              <a:rPr lang="fr-FR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– the challenge </a:t>
            </a:r>
            <a:r>
              <a:rPr lang="fr-FR" sz="2800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</a:t>
            </a:r>
            <a:r>
              <a:rPr lang="fr-FR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800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customer</a:t>
            </a:r>
            <a:r>
              <a:rPr lang="fr-FR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feedback</a:t>
            </a:r>
          </a:p>
        </p:txBody>
      </p:sp>
      <p:pic>
        <p:nvPicPr>
          <p:cNvPr id="6" name="Espace réservé d’image 5" descr="Coucher de soleil sur des montagnes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t="21" b="21"/>
          <a:stretch/>
        </p:blipFill>
        <p:spPr/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53760" y="2204720"/>
            <a:ext cx="5963920" cy="3505200"/>
          </a:xfrm>
        </p:spPr>
        <p:txBody>
          <a:bodyPr rtlCol="0">
            <a:normAutofit fontScale="92500"/>
          </a:bodyPr>
          <a:lstStyle>
            <a:defPPr>
              <a:defRPr lang="fr-FR"/>
            </a:defPPr>
          </a:lstStyle>
          <a:p>
            <a:pPr algn="just" rtl="0"/>
            <a:r>
              <a:rPr lang="fr-FR" u="sng" dirty="0"/>
              <a:t>The </a:t>
            </a:r>
            <a:r>
              <a:rPr lang="fr-FR" u="sng" dirty="0" err="1"/>
              <a:t>Problem</a:t>
            </a:r>
            <a:r>
              <a:rPr lang="fr-FR" u="sng" dirty="0"/>
              <a:t> :</a:t>
            </a:r>
            <a:r>
              <a:rPr lang="fr-FR" dirty="0"/>
              <a:t> </a:t>
            </a:r>
            <a:r>
              <a:rPr lang="fr-FR" dirty="0" err="1"/>
              <a:t>We’re</a:t>
            </a:r>
            <a:r>
              <a:rPr lang="fr-FR" dirty="0"/>
              <a:t> </a:t>
            </a:r>
            <a:r>
              <a:rPr lang="fr-FR" dirty="0" err="1"/>
              <a:t>drowning</a:t>
            </a:r>
            <a:r>
              <a:rPr lang="fr-FR" dirty="0"/>
              <a:t> in </a:t>
            </a:r>
            <a:r>
              <a:rPr lang="fr-FR" dirty="0" err="1"/>
              <a:t>customer</a:t>
            </a:r>
            <a:r>
              <a:rPr lang="fr-FR" dirty="0"/>
              <a:t> </a:t>
            </a:r>
            <a:r>
              <a:rPr lang="fr-FR" dirty="0" err="1"/>
              <a:t>reviews</a:t>
            </a:r>
            <a:r>
              <a:rPr lang="fr-FR" dirty="0"/>
              <a:t>. Standard </a:t>
            </a:r>
            <a:r>
              <a:rPr lang="fr-FR" dirty="0" err="1"/>
              <a:t>analysis</a:t>
            </a:r>
            <a:r>
              <a:rPr lang="fr-FR" dirty="0"/>
              <a:t> tells us 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customers</a:t>
            </a:r>
            <a:r>
              <a:rPr lang="fr-FR" dirty="0"/>
              <a:t> </a:t>
            </a:r>
            <a:r>
              <a:rPr lang="fr-FR" dirty="0" err="1"/>
              <a:t>say</a:t>
            </a:r>
            <a:r>
              <a:rPr lang="fr-FR" dirty="0"/>
              <a:t>, but not </a:t>
            </a:r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say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. This </a:t>
            </a:r>
            <a:r>
              <a:rPr lang="fr-FR" dirty="0" err="1"/>
              <a:t>makes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hard to </a:t>
            </a:r>
            <a:r>
              <a:rPr lang="fr-FR" dirty="0" err="1"/>
              <a:t>act</a:t>
            </a:r>
            <a:r>
              <a:rPr lang="fr-FR" dirty="0"/>
              <a:t> </a:t>
            </a:r>
            <a:r>
              <a:rPr lang="fr-FR" dirty="0" err="1"/>
              <a:t>strategically</a:t>
            </a:r>
            <a:r>
              <a:rPr lang="fr-FR" dirty="0"/>
              <a:t>.</a:t>
            </a:r>
          </a:p>
          <a:p>
            <a:pPr algn="just" rtl="0"/>
            <a:endParaRPr lang="fr-FR" dirty="0"/>
          </a:p>
          <a:p>
            <a:pPr algn="just" rtl="0"/>
            <a:r>
              <a:rPr lang="fr-FR" u="sng" dirty="0"/>
              <a:t>The marketing goal :</a:t>
            </a:r>
            <a:r>
              <a:rPr lang="fr-FR" dirty="0"/>
              <a:t> How can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quickly</a:t>
            </a:r>
            <a:r>
              <a:rPr lang="fr-FR" dirty="0"/>
              <a:t> and </a:t>
            </a:r>
            <a:r>
              <a:rPr lang="fr-FR" dirty="0" err="1"/>
              <a:t>accurately</a:t>
            </a:r>
            <a:r>
              <a:rPr lang="fr-FR" dirty="0"/>
              <a:t> </a:t>
            </a:r>
            <a:r>
              <a:rPr lang="fr-FR" dirty="0" err="1"/>
              <a:t>find</a:t>
            </a:r>
            <a:r>
              <a:rPr lang="fr-FR" dirty="0"/>
              <a:t> the </a:t>
            </a:r>
            <a:r>
              <a:rPr lang="fr-FR" dirty="0" err="1"/>
              <a:t>specific</a:t>
            </a:r>
            <a:r>
              <a:rPr lang="fr-FR" dirty="0"/>
              <a:t> pain points and </a:t>
            </a:r>
            <a:r>
              <a:rPr lang="fr-FR" dirty="0" err="1"/>
              <a:t>praises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influence </a:t>
            </a:r>
            <a:r>
              <a:rPr lang="fr-FR" dirty="0" err="1"/>
              <a:t>purchasing</a:t>
            </a:r>
            <a:r>
              <a:rPr lang="fr-FR" dirty="0"/>
              <a:t> </a:t>
            </a:r>
            <a:r>
              <a:rPr lang="fr-FR" dirty="0" err="1"/>
              <a:t>decisions</a:t>
            </a:r>
            <a:r>
              <a:rPr lang="fr-FR" dirty="0"/>
              <a:t> and </a:t>
            </a:r>
            <a:r>
              <a:rPr lang="fr-FR" dirty="0" err="1"/>
              <a:t>turn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feedback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strategy</a:t>
            </a:r>
            <a:endParaRPr lang="fr-FR" dirty="0"/>
          </a:p>
          <a:p>
            <a:pPr rtl="0"/>
            <a:endParaRPr lang="fr-FR" dirty="0"/>
          </a:p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8" y="3386775"/>
            <a:ext cx="9042401" cy="3080335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Solution –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MetaMind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Project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Espace réservé d’image 8" descr="Coucher de soleil sur des montagnes">
            <a:extLst>
              <a:ext uri="{FF2B5EF4-FFF2-40B4-BE49-F238E27FC236}">
                <a16:creationId xmlns:a16="http://schemas.microsoft.com/office/drawing/2014/main" id="{DABEABE1-2983-8759-E3F7-CCC6330C6B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3" r="23"/>
          <a:stretch/>
        </p:blipFill>
        <p:spPr>
          <a:xfrm>
            <a:off x="8197587" y="411831"/>
            <a:ext cx="3521337" cy="3521344"/>
          </a:xfrm>
        </p:spPr>
      </p:pic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Espace réservé d’image 12" descr="Une chaîne de montagnes avec de la neige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600" y="895646"/>
            <a:ext cx="8138160" cy="5444194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en-US" b="1" u="sng" dirty="0"/>
              <a:t>What it is: </a:t>
            </a:r>
          </a:p>
          <a:p>
            <a:pPr algn="just"/>
            <a:r>
              <a:rPr lang="en-US" dirty="0"/>
              <a:t>An AI-powered analysis tool that goes beyond surface-level sentiment to reveal the true drivers of customer opinion.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u="sng" dirty="0"/>
              <a:t>The Core Concept: </a:t>
            </a:r>
          </a:p>
          <a:p>
            <a:pPr algn="just"/>
            <a:r>
              <a:rPr lang="en-US" dirty="0"/>
              <a:t>It uses a "Theory of Mind" (</a:t>
            </a:r>
            <a:r>
              <a:rPr lang="en-US" dirty="0" err="1"/>
              <a:t>ToM</a:t>
            </a:r>
            <a:r>
              <a:rPr lang="en-US" dirty="0"/>
              <a:t>) approach, refined by business logic, to understand the underlying beliefs, desires, and intentions of the reviewer.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u="sng" dirty="0"/>
              <a:t>The End Result: </a:t>
            </a:r>
          </a:p>
          <a:p>
            <a:pPr algn="just"/>
            <a:r>
              <a:rPr lang="en-US" dirty="0"/>
              <a:t>It transforms raw reviews into clear, actionable marketing intelligence, all presented in an interactive dashboard.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us-titre 6">
            <a:extLst>
              <a:ext uri="{FF2B5EF4-FFF2-40B4-BE49-F238E27FC236}">
                <a16:creationId xmlns:a16="http://schemas.microsoft.com/office/drawing/2014/main" id="{4C780BDD-62B7-3E51-C2DE-09259F62CC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fr-FR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</a:t>
            </a:r>
            <a:r>
              <a:rPr lang="fr-FR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MetaMind</a:t>
            </a:r>
            <a:r>
              <a:rPr lang="fr-FR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fr-FR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r>
              <a:rPr lang="fr-FR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Interface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 - How It Works: A Team of AI Agents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225841"/>
            <a:ext cx="4145280" cy="4040574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en-US" b="1" u="sng" dirty="0"/>
              <a:t>We compare two methods:</a:t>
            </a:r>
          </a:p>
          <a:p>
            <a:endParaRPr lang="en-US" dirty="0"/>
          </a:p>
          <a:p>
            <a:r>
              <a:rPr lang="en-US" b="1" u="sng" dirty="0"/>
              <a:t>1.</a:t>
            </a:r>
          </a:p>
          <a:p>
            <a:r>
              <a:rPr lang="en-US" dirty="0"/>
              <a:t>The Baseline: A standard, single-pass AI analysis. Fast but basic.</a:t>
            </a:r>
          </a:p>
          <a:p>
            <a:endParaRPr lang="en-US" dirty="0"/>
          </a:p>
          <a:p>
            <a:r>
              <a:rPr lang="en-US" b="1" u="sng" dirty="0"/>
              <a:t>2.</a:t>
            </a:r>
          </a:p>
          <a:p>
            <a:pPr algn="just"/>
            <a:r>
              <a:rPr lang="en-US" dirty="0"/>
              <a:t>The </a:t>
            </a:r>
            <a:r>
              <a:rPr lang="en-US" dirty="0" err="1"/>
              <a:t>MetaMind</a:t>
            </a:r>
            <a:r>
              <a:rPr lang="en-US" dirty="0"/>
              <a:t> Path: A team of specialized AI "agents" that collaborate for a deeper analysis</a:t>
            </a:r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2FF1654-306D-262A-D360-5E5C2E6B3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225841"/>
            <a:ext cx="5473722" cy="4040574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r>
              <a:rPr lang="en-US" b="1" u="sng" dirty="0"/>
              <a:t>The </a:t>
            </a:r>
            <a:r>
              <a:rPr lang="en-US" b="1" u="sng" dirty="0" err="1"/>
              <a:t>MetaMind</a:t>
            </a:r>
            <a:r>
              <a:rPr lang="en-US" b="1" u="sng" dirty="0"/>
              <a:t> Agent Team:</a:t>
            </a:r>
          </a:p>
          <a:p>
            <a:r>
              <a:rPr lang="en-US" b="1" u="sng" dirty="0" err="1"/>
              <a:t>ToM</a:t>
            </a:r>
            <a:r>
              <a:rPr lang="en-US" b="1" u="sng" dirty="0"/>
              <a:t> Agent:</a:t>
            </a:r>
            <a:r>
              <a:rPr lang="en-US" b="1" dirty="0"/>
              <a:t> </a:t>
            </a:r>
          </a:p>
          <a:p>
            <a:pPr algn="just"/>
            <a:r>
              <a:rPr lang="en-US" dirty="0"/>
              <a:t>Generates initial hypotheses about the customer's mental state (their beliefs, desires, emotions).</a:t>
            </a:r>
          </a:p>
          <a:p>
            <a:r>
              <a:rPr lang="en-US" b="1" u="sng" dirty="0"/>
              <a:t>Domain Agent (The Expert):</a:t>
            </a:r>
            <a:r>
              <a:rPr lang="en-US" b="1" dirty="0"/>
              <a:t> </a:t>
            </a:r>
          </a:p>
          <a:p>
            <a:pPr algn="just"/>
            <a:r>
              <a:rPr lang="en-US" dirty="0"/>
              <a:t>This is our "business logic" agent. It scores and refines the hypotheses, selecting the one that is most plausible and relevant to our market. It acts as the expert referee.</a:t>
            </a:r>
          </a:p>
          <a:p>
            <a:r>
              <a:rPr lang="en-US" b="1" u="sng" dirty="0"/>
              <a:t>Aspect Extractor &amp; Recommender: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Identifies specific product features and provides concrete, evidence-based recommendations for action.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8E24D3-07BE-C483-3F42-95EEE833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Marketing Impact - Turning Insights into Action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" name="Espace réservé du texte 62">
            <a:extLst>
              <a:ext uri="{FF2B5EF4-FFF2-40B4-BE49-F238E27FC236}">
                <a16:creationId xmlns:a16="http://schemas.microsoft.com/office/drawing/2014/main" id="{9EFE5C42-059F-482E-C029-E8FA5107EED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259206" y="1402080"/>
            <a:ext cx="4663440" cy="5303520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0" indent="0" algn="just">
              <a:buNone/>
            </a:pPr>
            <a:r>
              <a:rPr lang="en-US" b="1" i="1" u="sng" dirty="0"/>
              <a:t>Pinpoint Precision :</a:t>
            </a:r>
            <a:r>
              <a:rPr lang="en-US" b="1" dirty="0"/>
              <a:t> </a:t>
            </a:r>
            <a:r>
              <a:rPr lang="en-US" dirty="0"/>
              <a:t>Go from "people are unhappy" to knowing why they are unhappy and what their expectations are.</a:t>
            </a:r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i="1" u="sng" dirty="0"/>
              <a:t>Add Business Context :</a:t>
            </a:r>
            <a:r>
              <a:rPr lang="en-US" dirty="0"/>
              <a:t> The </a:t>
            </a:r>
            <a:r>
              <a:rPr lang="en-US" dirty="0" err="1"/>
              <a:t>DomainAgent</a:t>
            </a:r>
            <a:r>
              <a:rPr lang="en-US" dirty="0"/>
              <a:t> ensures the insights are not just academically interesting, but commercially relevant.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i="1" u="sng" dirty="0"/>
              <a:t>Drive Strategy with Confidence:</a:t>
            </a:r>
            <a:r>
              <a:rPr lang="en-US" dirty="0"/>
              <a:t> The interactive dashboard gives clear, evidence-based recommendations to guide marketing, product, and CX teams.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i="1" u="sng" dirty="0"/>
              <a:t>Measure the Value:</a:t>
            </a:r>
            <a:r>
              <a:rPr lang="en-US" dirty="0"/>
              <a:t> The "Data Quality Lift" KPI in our dashboard proves the ROI of this advanced analysis by showing how many errors or missed insights it corrects.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9664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247ABD4-990A-BAC8-69FC-AF4C84F3A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3" y="-622808"/>
            <a:ext cx="4663438" cy="2441448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0000"/>
              </a:lnSpc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1E6A21B-7748-174B-D77E-8EE0B288C7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3" y="1231392"/>
            <a:ext cx="4663440" cy="5514848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en-US" b="1" u="sng" dirty="0"/>
              <a:t>Summary:</a:t>
            </a:r>
            <a:r>
              <a:rPr lang="en-US" dirty="0"/>
              <a:t> </a:t>
            </a:r>
          </a:p>
          <a:p>
            <a:pPr>
              <a:spcAft>
                <a:spcPts val="1200"/>
              </a:spcAft>
            </a:pPr>
            <a:r>
              <a:rPr lang="en-US" dirty="0"/>
              <a:t>The </a:t>
            </a:r>
            <a:r>
              <a:rPr lang="en-US" dirty="0" err="1"/>
              <a:t>MetaMind</a:t>
            </a:r>
            <a:r>
              <a:rPr lang="en-US" dirty="0"/>
              <a:t> project is a strategic asset that allows us to listen to the "voice of the customer" with unprecedented depth and clarity.</a:t>
            </a:r>
          </a:p>
          <a:p>
            <a:pPr>
              <a:spcBef>
                <a:spcPts val="600"/>
              </a:spcBef>
            </a:pPr>
            <a:r>
              <a:rPr lang="en-US" b="1" u="sng" dirty="0"/>
              <a:t>Key Takeaway:</a:t>
            </a:r>
            <a:r>
              <a:rPr lang="en-US" dirty="0"/>
              <a:t> </a:t>
            </a:r>
          </a:p>
          <a:p>
            <a:pPr>
              <a:spcAft>
                <a:spcPts val="1200"/>
              </a:spcAft>
            </a:pPr>
            <a:r>
              <a:rPr lang="en-US" dirty="0"/>
              <a:t>By understanding our customers' true mindset, we can build better products and create more resonant marketing campaigns.</a:t>
            </a:r>
          </a:p>
          <a:p>
            <a:r>
              <a:rPr lang="en-US" b="1" u="sng" dirty="0"/>
              <a:t>Next Steps:</a:t>
            </a:r>
            <a:r>
              <a:rPr lang="en-US" dirty="0"/>
              <a:t> </a:t>
            </a:r>
          </a:p>
          <a:p>
            <a:r>
              <a:rPr lang="en-US" dirty="0"/>
              <a:t>This system can be expanded to analyze competitor reviews, track brand sentiment across social media, or even power real-time customer support bots.</a:t>
            </a:r>
            <a:endParaRPr lang="fr-FR" dirty="0"/>
          </a:p>
        </p:txBody>
      </p:sp>
      <p:pic>
        <p:nvPicPr>
          <p:cNvPr id="6" name="Espace réservé d’image 21" descr="Lumière d’avant le crépuscule sur des montagnes">
            <a:extLst>
              <a:ext uri="{FF2B5EF4-FFF2-40B4-BE49-F238E27FC236}">
                <a16:creationId xmlns:a16="http://schemas.microsoft.com/office/drawing/2014/main" id="{1472EB4E-1296-AC66-19FA-B01BB8D8A5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2444" r="22444"/>
          <a:stretch/>
        </p:blipFill>
        <p:spPr>
          <a:xfrm>
            <a:off x="6695553" y="301752"/>
            <a:ext cx="5221224" cy="6263640"/>
          </a:xfrm>
        </p:spPr>
      </p:pic>
    </p:spTree>
    <p:extLst>
      <p:ext uri="{BB962C8B-B14F-4D97-AF65-F5344CB8AC3E}">
        <p14:creationId xmlns:p14="http://schemas.microsoft.com/office/powerpoint/2010/main" val="3638111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THANK YOU</a:t>
            </a:r>
          </a:p>
        </p:txBody>
      </p:sp>
      <p:pic>
        <p:nvPicPr>
          <p:cNvPr id="5" name="Espace réservé d’image 14" descr="Lumière d’avant le crépuscule sur des montagnes">
            <a:extLst>
              <a:ext uri="{FF2B5EF4-FFF2-40B4-BE49-F238E27FC236}">
                <a16:creationId xmlns:a16="http://schemas.microsoft.com/office/drawing/2014/main" id="{DE72DC91-8DC9-B68C-C1D3-8F5273481A7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13191" r="13191"/>
          <a:stretch/>
        </p:blipFill>
        <p:spPr>
          <a:xfrm>
            <a:off x="1371606" y="3205313"/>
            <a:ext cx="3043077" cy="3043083"/>
          </a:xfr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FAB27B4-005D-A55C-A13B-2BD03E1F3FDD}"/>
              </a:ext>
            </a:extLst>
          </p:cNvPr>
          <p:cNvSpPr txBox="1"/>
          <p:nvPr/>
        </p:nvSpPr>
        <p:spPr>
          <a:xfrm>
            <a:off x="6004560" y="6488668"/>
            <a:ext cx="661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Anastasia </a:t>
            </a:r>
            <a:r>
              <a:rPr lang="fr-FR" b="1" dirty="0" err="1">
                <a:solidFill>
                  <a:schemeClr val="bg1"/>
                </a:solidFill>
              </a:rPr>
              <a:t>Vysotskaya</a:t>
            </a:r>
            <a:r>
              <a:rPr lang="fr-FR" b="1" dirty="0">
                <a:solidFill>
                  <a:schemeClr val="bg1"/>
                </a:solidFill>
              </a:rPr>
              <a:t>, Noam </a:t>
            </a:r>
            <a:r>
              <a:rPr lang="fr-FR" b="1" dirty="0" err="1">
                <a:solidFill>
                  <a:schemeClr val="bg1"/>
                </a:solidFill>
              </a:rPr>
              <a:t>Levillayer</a:t>
            </a:r>
            <a:r>
              <a:rPr lang="fr-FR" b="1" dirty="0">
                <a:solidFill>
                  <a:schemeClr val="bg1"/>
                </a:solidFill>
              </a:rPr>
              <a:t>, Aubin Virelizier</a:t>
            </a:r>
          </a:p>
        </p:txBody>
      </p:sp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61_TF89338750_Win32" id="{5DA64B16-7A8A-49A5-8E07-0E2BEF5E28A7}" vid="{3638B087-4232-4E2F-9948-81156348312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E87F72-70BF-43BC-A0D4-53665DC12672}">
  <ds:schemaRefs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purl.org/dc/dcmitype/"/>
    <ds:schemaRef ds:uri="230e9df3-be65-4c73-a93b-d1236ebd677e"/>
    <ds:schemaRef ds:uri="http://schemas.microsoft.com/sharepoint/v3"/>
    <ds:schemaRef ds:uri="71af3243-3dd4-4a8d-8c0d-dd76da1f02a5"/>
    <ds:schemaRef ds:uri="16c05727-aa75-4e4a-9b5f-8a80a1165891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{56F842E0-FD59-4AB3-A7C3-B587BB8D99E2}tf89338750_win32</Template>
  <TotalTime>0</TotalTime>
  <Words>534</Words>
  <Application>Microsoft Office PowerPoint</Application>
  <PresentationFormat>Grand écran</PresentationFormat>
  <Paragraphs>58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Univers</vt:lpstr>
      <vt:lpstr>GradientVTI</vt:lpstr>
      <vt:lpstr>MeTAMIND   FROM COSTUMER REVIEWS TO ACTIONABLE MARKETING INSIGHTS  USING AI TO UNDERSTAND THE « WHY » BEHIND CUSTOMER FEEDBAK   CLASS : Application : Quantitative Marketing     </vt:lpstr>
      <vt:lpstr>Introduction – the challenge with customer feedback</vt:lpstr>
      <vt:lpstr>Our Solution – The MetaMind Project</vt:lpstr>
      <vt:lpstr>Présentation PowerPoint</vt:lpstr>
      <vt:lpstr>Présentation PowerPoint</vt:lpstr>
      <vt:lpstr>Development - How It Works: A Team of AI Agents</vt:lpstr>
      <vt:lpstr>The Marketing Impact - Turning Insights into Action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VIRELIZIER Aubin</dc:creator>
  <cp:lastModifiedBy>VIRELIZIER Aubin</cp:lastModifiedBy>
  <cp:revision>1</cp:revision>
  <dcterms:created xsi:type="dcterms:W3CDTF">2025-11-10T16:39:46Z</dcterms:created>
  <dcterms:modified xsi:type="dcterms:W3CDTF">2025-11-10T19:52:27Z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